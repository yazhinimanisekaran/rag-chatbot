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RAG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Intelligent Document Q&amp;A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TechCorp Product Team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is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</a:rPr>
              <a:t>Retrieval-Augmented Generation combines a knowledge base with a language model to answer questions accurately from your own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📂  Reads PDFs, Word docs, PPTs, CSVs, and SQL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🔍  Retrieves the most relevant chunks using semantic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🤖  Generates accurate answers grounded in your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</a:rPr>
              <a:t>📎  Always shows which source the answer came from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Supported 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66160" cy="3200400"/>
          </a:xfrm>
          <a:prstGeom prst="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</a:rPr>
              <a:t>Unstructured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PDF, Word (.docx), PowerPoint (.pptx), TXT, Markdown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63040"/>
            <a:ext cx="3566160" cy="3200400"/>
          </a:xfrm>
          <a:prstGeom prst="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</a:rPr>
              <a:t>Semi-structured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77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JSON API responses, XML reports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566160" cy="3200400"/>
          </a:xfrm>
          <a:prstGeom prst="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</a:rPr>
              <a:t>Structured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CSV datasets, SQLite databases, SQL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560320" cy="2286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&lt; 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Average response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463040"/>
            <a:ext cx="2560320" cy="2286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94%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Answer accuracy on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2560320" cy="2286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Supported file formats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463040"/>
            <a:ext cx="2560320" cy="2286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MMR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Diversity-aware retrieval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